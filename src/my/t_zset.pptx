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95029-62AA-D341-DCB5-506E09985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BD4C33-6FEA-9E99-BFA4-35FEFDA06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389AC4-20AD-8ED0-34FC-C21A3F70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5D91E-D5E2-8711-EB0D-309391B1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2CF823-4D5D-6C09-70F1-06338C14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80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592D2-6821-E0B9-036A-4ABFB84B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C21605-E5D1-3E66-398A-F571B3173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9716DA-8E1B-790B-E8B6-08A0354F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F79264-A882-A84D-C41D-1648F6CF0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3DF4D4-15C2-AAA9-0517-80D97017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501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56CE0-6AAA-489A-0EF6-83D72BBA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EF80BC-798D-CA33-1A1F-2CA3427A6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97C13-D95C-543F-0E2F-9B9A7273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D4CD1-9410-D1C2-3B51-8DEF2AA4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9FDFAF-6FA0-D592-523B-0AA21616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898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55A8E-E5C6-8436-AE95-31B50A98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C597A0-18A3-30D8-5393-6DF671E08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391687-C7DC-E4F0-144C-775C465EB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617047-8FED-1CB8-DB83-3146B5A0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472A72-A39A-7505-5042-DA481BD8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65493D-FC25-7BB5-B383-943656D9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618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92C42-8086-9968-77C2-FE4003B26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487AF3-6191-BEA0-CCAC-5B248B7C8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C053E5-1889-5132-A6E4-373805080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62B268-9559-3942-3D4C-66591C921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910E9E-7C2F-9894-B6AE-F54BD2AA7D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24B100-700C-2F7C-B7DB-6E46DBE3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63B629-18CB-574C-215A-34EA280C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F287A3-05FB-A11E-F3E6-12D3EAEA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7561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85BE0-74A7-075B-0F8A-78F4A6AC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2E540E-75CA-3033-4108-B11D047F1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0F2359-76CD-CFE8-72BE-A0784347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00A311-BD1D-23F5-5511-75180233E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292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CC2DB1-651F-201C-7493-7F4388C5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030725-6262-223F-7745-0F5F7DAD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95772A-9FBE-4336-82CC-AD49320E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1762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76843-7707-2B1E-E06A-C6D0D9D6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73FEC1-E356-E24A-41FE-6A663F292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FE618C-BF9B-BDEA-1682-4DDE23F39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C29B72-4EA4-82DA-AC0D-BA0ABC51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020B76-2864-A49B-DB15-4606EA97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1657D9-1DB3-E4FC-3A3F-29479819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587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DE76F-8E27-D6FE-29CB-3C804746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9EA23D-2E27-163F-F733-D50B1060A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01C44E-5E75-A927-5CF5-447E33049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017F78-B12E-0C61-A6BC-B3AB1EC8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2F5611-3D17-4BA1-AA74-EE813BA3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C9439C-7085-9362-BF1A-062DB9E0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987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EB0F8-D5C6-697D-8F25-A38E697F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2BA3B7-7C05-9A16-4958-3BA43D328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E2362-71AF-6F12-35A2-5640E2EF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76F015-3663-1221-4EF0-9CB8590F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527CBD-907D-4031-8116-473618C7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607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D28D66-939C-3BF9-18B6-A6CF6B184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B1CBB7-9E23-F381-33E1-C0D2A3D01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C94076-9E03-A26B-CC6C-BCBC2B22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09BE54-D5A6-2600-A374-B241EC31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0632FD-1A24-1BFB-F687-24A6C161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971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073A5D-7D9E-0FA1-3094-D153ADA9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7BF67-B86B-6112-536A-F6DA5DA39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3F8E6-BB48-C968-89DD-3E1337F37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CD5EE-02E9-324C-852F-6BE00773945C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B5949-57EA-A333-935A-8843C7A61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1ADED8-E11A-30D5-B689-603910C4A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551C8-D70E-5C4E-9900-EE9EF1BCCF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1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EE14AC1-E63A-4A18-F48C-8CC26148C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251023"/>
              </p:ext>
            </p:extLst>
          </p:nvPr>
        </p:nvGraphicFramePr>
        <p:xfrm>
          <a:off x="1637413" y="1127051"/>
          <a:ext cx="3849314" cy="247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814">
                  <a:extLst>
                    <a:ext uri="{9D8B030D-6E8A-4147-A177-3AD203B41FA5}">
                      <a16:colId xmlns:a16="http://schemas.microsoft.com/office/drawing/2014/main" val="2807427024"/>
                    </a:ext>
                  </a:extLst>
                </a:gridCol>
                <a:gridCol w="1039250">
                  <a:extLst>
                    <a:ext uri="{9D8B030D-6E8A-4147-A177-3AD203B41FA5}">
                      <a16:colId xmlns:a16="http://schemas.microsoft.com/office/drawing/2014/main" val="4094364092"/>
                    </a:ext>
                  </a:extLst>
                </a:gridCol>
                <a:gridCol w="1039250">
                  <a:extLst>
                    <a:ext uri="{9D8B030D-6E8A-4147-A177-3AD203B41FA5}">
                      <a16:colId xmlns:a16="http://schemas.microsoft.com/office/drawing/2014/main" val="1927770647"/>
                    </a:ext>
                  </a:extLst>
                </a:gridCol>
              </a:tblGrid>
              <a:tr h="494414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header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171040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score=600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43751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score=650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236002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score=670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764901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score=680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67707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87CED0-F27D-B594-5499-3B491E71BC4C}"/>
              </a:ext>
            </a:extLst>
          </p:cNvPr>
          <p:cNvSpPr txBox="1"/>
          <p:nvPr/>
        </p:nvSpPr>
        <p:spPr>
          <a:xfrm>
            <a:off x="1637413" y="520995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-</a:t>
            </a:r>
            <a:r>
              <a:rPr kumimoji="1" lang="zh-CN" altLang="en-US" dirty="0"/>
              <a:t> 代表</a:t>
            </a:r>
            <a:r>
              <a:rPr kumimoji="1" lang="en-US" altLang="zh-CN" dirty="0"/>
              <a:t>level</a:t>
            </a:r>
            <a:r>
              <a:rPr kumimoji="1" lang="zh-CN" altLang="en-US" dirty="0"/>
              <a:t>长度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5D6173-06D2-6661-6831-179476A73C05}"/>
              </a:ext>
            </a:extLst>
          </p:cNvPr>
          <p:cNvSpPr txBox="1"/>
          <p:nvPr/>
        </p:nvSpPr>
        <p:spPr>
          <a:xfrm>
            <a:off x="5526377" y="1708780"/>
            <a:ext cx="23842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rank[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</a:t>
            </a:r>
            <a:r>
              <a:rPr kumimoji="1" lang="zh-CN" altLang="en-US" sz="1100" dirty="0"/>
              <a:t>就是这个的“厚度”，也就是</a:t>
            </a:r>
            <a:r>
              <a:rPr kumimoji="1" lang="en-US" altLang="zh-CN" sz="1100" dirty="0"/>
              <a:t>3</a:t>
            </a:r>
          </a:p>
          <a:p>
            <a:r>
              <a:rPr kumimoji="1" lang="en-US" altLang="zh-CN" sz="1100" dirty="0"/>
              <a:t>rank[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]-rank[0]</a:t>
            </a:r>
            <a:r>
              <a:rPr kumimoji="1" lang="zh-CN" altLang="en-US" sz="1100" dirty="0"/>
              <a:t>就是绿框的“厚度”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C51778EA-B5B7-AFFD-738D-926E2DDF3031}"/>
              </a:ext>
            </a:extLst>
          </p:cNvPr>
          <p:cNvCxnSpPr/>
          <p:nvPr/>
        </p:nvCxnSpPr>
        <p:spPr>
          <a:xfrm>
            <a:off x="5526377" y="1127051"/>
            <a:ext cx="2139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B75006D9-DE05-8299-327E-70536C881A59}"/>
              </a:ext>
            </a:extLst>
          </p:cNvPr>
          <p:cNvCxnSpPr/>
          <p:nvPr/>
        </p:nvCxnSpPr>
        <p:spPr>
          <a:xfrm>
            <a:off x="5486390" y="3102751"/>
            <a:ext cx="2139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88EE346-710F-907D-106B-751843DD212B}"/>
              </a:ext>
            </a:extLst>
          </p:cNvPr>
          <p:cNvCxnSpPr/>
          <p:nvPr/>
        </p:nvCxnSpPr>
        <p:spPr>
          <a:xfrm flipV="1">
            <a:off x="6251943" y="1212112"/>
            <a:ext cx="0" cy="49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236AA9EF-1CB4-EEC5-7968-7CC70D0F5274}"/>
              </a:ext>
            </a:extLst>
          </p:cNvPr>
          <p:cNvCxnSpPr/>
          <p:nvPr/>
        </p:nvCxnSpPr>
        <p:spPr>
          <a:xfrm>
            <a:off x="6251943" y="2139667"/>
            <a:ext cx="0" cy="858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1B14CB2-7FF0-6076-886E-6B2EE51B9DB1}"/>
              </a:ext>
            </a:extLst>
          </p:cNvPr>
          <p:cNvCxnSpPr/>
          <p:nvPr/>
        </p:nvCxnSpPr>
        <p:spPr>
          <a:xfrm>
            <a:off x="4965403" y="2892056"/>
            <a:ext cx="0" cy="2030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1E45D976-2B0E-92A3-D5B1-4244B43EA2D1}"/>
              </a:ext>
            </a:extLst>
          </p:cNvPr>
          <p:cNvSpPr/>
          <p:nvPr/>
        </p:nvSpPr>
        <p:spPr>
          <a:xfrm>
            <a:off x="4444419" y="4929168"/>
            <a:ext cx="1041968" cy="489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F0AB8396-CB58-60C2-5DCF-EEF98ED70070}"/>
              </a:ext>
            </a:extLst>
          </p:cNvPr>
          <p:cNvCxnSpPr/>
          <p:nvPr/>
        </p:nvCxnSpPr>
        <p:spPr>
          <a:xfrm>
            <a:off x="5526377" y="5418265"/>
            <a:ext cx="2139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805ADA81-D647-DF1D-7E11-59E91C33A5D5}"/>
              </a:ext>
            </a:extLst>
          </p:cNvPr>
          <p:cNvCxnSpPr>
            <a:cxnSpLocks/>
          </p:cNvCxnSpPr>
          <p:nvPr/>
        </p:nvCxnSpPr>
        <p:spPr>
          <a:xfrm>
            <a:off x="6251943" y="4465674"/>
            <a:ext cx="0" cy="952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A806822-6AFA-0826-77E8-0EFCDC665396}"/>
              </a:ext>
            </a:extLst>
          </p:cNvPr>
          <p:cNvCxnSpPr>
            <a:cxnSpLocks/>
          </p:cNvCxnSpPr>
          <p:nvPr/>
        </p:nvCxnSpPr>
        <p:spPr>
          <a:xfrm flipV="1">
            <a:off x="6251943" y="3171564"/>
            <a:ext cx="0" cy="915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BDAB935-652D-CBF7-191D-B6168ED067C8}"/>
              </a:ext>
            </a:extLst>
          </p:cNvPr>
          <p:cNvSpPr txBox="1"/>
          <p:nvPr/>
        </p:nvSpPr>
        <p:spPr>
          <a:xfrm>
            <a:off x="5486387" y="4087358"/>
            <a:ext cx="25331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(score=670).level[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].span</a:t>
            </a:r>
            <a:r>
              <a:rPr kumimoji="1" lang="zh-CN" altLang="en-US" sz="1100" dirty="0"/>
              <a:t>就是这个厚度</a:t>
            </a:r>
            <a:endParaRPr kumimoji="1" lang="en-US" altLang="zh-CN" sz="11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E9FE35B-BB23-0F7C-42BE-A1199A984FB1}"/>
              </a:ext>
            </a:extLst>
          </p:cNvPr>
          <p:cNvSpPr txBox="1"/>
          <p:nvPr/>
        </p:nvSpPr>
        <p:spPr>
          <a:xfrm>
            <a:off x="7804298" y="4501533"/>
            <a:ext cx="31259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/>
              <a:t>现在由于</a:t>
            </a:r>
            <a:r>
              <a:rPr kumimoji="1" lang="en-US" altLang="zh-CN" sz="1100" dirty="0"/>
              <a:t>x</a:t>
            </a:r>
            <a:r>
              <a:rPr kumimoji="1" lang="zh-CN" altLang="en-US" sz="1100" dirty="0"/>
              <a:t>的插入截胡了，那</a:t>
            </a:r>
            <a:r>
              <a:rPr kumimoji="1" lang="en-US" altLang="zh-CN" sz="1100" dirty="0" err="1"/>
              <a:t>x.level</a:t>
            </a:r>
            <a:r>
              <a:rPr kumimoji="1" lang="en-US" altLang="zh-CN" sz="1100" dirty="0"/>
              <a:t>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].span</a:t>
            </a:r>
            <a:r>
              <a:rPr kumimoji="1" lang="zh-CN" altLang="en-US" sz="1100" dirty="0"/>
              <a:t>的厚度要更新为这个厚度</a:t>
            </a:r>
            <a:endParaRPr lang="zh-CN" altLang="en-US" sz="1100" dirty="0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B664BC58-D7C2-89E7-DFB1-5265BC220285}"/>
              </a:ext>
            </a:extLst>
          </p:cNvPr>
          <p:cNvCxnSpPr>
            <a:cxnSpLocks/>
          </p:cNvCxnSpPr>
          <p:nvPr/>
        </p:nvCxnSpPr>
        <p:spPr>
          <a:xfrm>
            <a:off x="7910622" y="5418265"/>
            <a:ext cx="23629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2F3E4E54-99D9-AAEC-5138-BE664090E8A2}"/>
              </a:ext>
            </a:extLst>
          </p:cNvPr>
          <p:cNvCxnSpPr>
            <a:cxnSpLocks/>
          </p:cNvCxnSpPr>
          <p:nvPr/>
        </p:nvCxnSpPr>
        <p:spPr>
          <a:xfrm>
            <a:off x="8991599" y="4971344"/>
            <a:ext cx="0" cy="434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6E442740-AA35-C352-46E0-05C318C786CE}"/>
              </a:ext>
            </a:extLst>
          </p:cNvPr>
          <p:cNvCxnSpPr>
            <a:cxnSpLocks/>
          </p:cNvCxnSpPr>
          <p:nvPr/>
        </p:nvCxnSpPr>
        <p:spPr>
          <a:xfrm flipV="1">
            <a:off x="8991599" y="3767815"/>
            <a:ext cx="0" cy="6978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248A3E39-A589-9EFD-5A46-C65F3D49B557}"/>
              </a:ext>
            </a:extLst>
          </p:cNvPr>
          <p:cNvCxnSpPr>
            <a:cxnSpLocks/>
          </p:cNvCxnSpPr>
          <p:nvPr/>
        </p:nvCxnSpPr>
        <p:spPr>
          <a:xfrm>
            <a:off x="7910622" y="3102751"/>
            <a:ext cx="23629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E5D189C2-B948-9395-A586-56AAB4D78773}"/>
              </a:ext>
            </a:extLst>
          </p:cNvPr>
          <p:cNvSpPr txBox="1"/>
          <p:nvPr/>
        </p:nvSpPr>
        <p:spPr>
          <a:xfrm>
            <a:off x="7899989" y="3167651"/>
            <a:ext cx="31259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100" dirty="0" err="1"/>
              <a:t>x.level</a:t>
            </a:r>
            <a:r>
              <a:rPr kumimoji="1" lang="en-US" altLang="zh-CN" sz="1100" dirty="0"/>
              <a:t>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].span</a:t>
            </a:r>
            <a:r>
              <a:rPr kumimoji="1" lang="zh-CN" altLang="en-US" sz="1100" dirty="0"/>
              <a:t>就是</a:t>
            </a:r>
            <a:r>
              <a:rPr kumimoji="1" lang="en-US" altLang="zh-CN" sz="1100" dirty="0"/>
              <a:t>(score=670).level[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].span-</a:t>
            </a:r>
            <a:r>
              <a:rPr kumimoji="1" lang="zh-CN" altLang="en-US" sz="1100" dirty="0"/>
              <a:t>这个厚度，这个厚度就是</a:t>
            </a:r>
            <a:r>
              <a:rPr kumimoji="1" lang="en-US" altLang="zh-CN" sz="1100" dirty="0"/>
              <a:t>rank[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]-rank[0]</a:t>
            </a:r>
            <a:endParaRPr lang="zh-CN" altLang="en-US" sz="1100" dirty="0"/>
          </a:p>
        </p:txBody>
      </p: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C9738B08-14F1-188E-E3D0-430648C30011}"/>
              </a:ext>
            </a:extLst>
          </p:cNvPr>
          <p:cNvCxnSpPr/>
          <p:nvPr/>
        </p:nvCxnSpPr>
        <p:spPr>
          <a:xfrm>
            <a:off x="701748" y="3598538"/>
            <a:ext cx="9356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4DD6B30B-A394-58F9-8B08-0AF38312A792}"/>
              </a:ext>
            </a:extLst>
          </p:cNvPr>
          <p:cNvSpPr txBox="1"/>
          <p:nvPr/>
        </p:nvSpPr>
        <p:spPr>
          <a:xfrm>
            <a:off x="608621" y="3705040"/>
            <a:ext cx="10935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x</a:t>
            </a:r>
            <a:r>
              <a:rPr kumimoji="1" lang="zh-CN" altLang="en-US" sz="1100" dirty="0"/>
              <a:t>要插入的位置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0F040-2A06-5FA7-34A5-FBB2F54CD9B1}"/>
              </a:ext>
            </a:extLst>
          </p:cNvPr>
          <p:cNvGrpSpPr/>
          <p:nvPr/>
        </p:nvGrpSpPr>
        <p:grpSpPr>
          <a:xfrm>
            <a:off x="5537006" y="3612737"/>
            <a:ext cx="4736599" cy="0"/>
            <a:chOff x="5537006" y="3612737"/>
            <a:chExt cx="4736599" cy="0"/>
          </a:xfrm>
        </p:grpSpPr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4CEFF6F9-55F6-6D42-BF23-FC96EA1F9139}"/>
                </a:ext>
              </a:extLst>
            </p:cNvPr>
            <p:cNvCxnSpPr>
              <a:cxnSpLocks/>
            </p:cNvCxnSpPr>
            <p:nvPr/>
          </p:nvCxnSpPr>
          <p:spPr>
            <a:xfrm>
              <a:off x="7910622" y="3612737"/>
              <a:ext cx="23629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492066E4-E5D8-4D25-FA4D-D49754A9421D}"/>
                </a:ext>
              </a:extLst>
            </p:cNvPr>
            <p:cNvCxnSpPr>
              <a:cxnSpLocks/>
            </p:cNvCxnSpPr>
            <p:nvPr/>
          </p:nvCxnSpPr>
          <p:spPr>
            <a:xfrm>
              <a:off x="5537006" y="3612737"/>
              <a:ext cx="2362983" cy="0"/>
            </a:xfrm>
            <a:prstGeom prst="line">
              <a:avLst/>
            </a:prstGeom>
            <a:ln w="1905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668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40333-9818-F2C7-47BC-78B76A20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624AE2E-D770-7BB3-8EDB-D61AD7CBE3E0}"/>
              </a:ext>
            </a:extLst>
          </p:cNvPr>
          <p:cNvGraphicFramePr>
            <a:graphicFrameLocks noGrp="1"/>
          </p:cNvGraphicFramePr>
          <p:nvPr/>
        </p:nvGraphicFramePr>
        <p:xfrm>
          <a:off x="1637413" y="1127051"/>
          <a:ext cx="3849314" cy="247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814">
                  <a:extLst>
                    <a:ext uri="{9D8B030D-6E8A-4147-A177-3AD203B41FA5}">
                      <a16:colId xmlns:a16="http://schemas.microsoft.com/office/drawing/2014/main" val="2807427024"/>
                    </a:ext>
                  </a:extLst>
                </a:gridCol>
                <a:gridCol w="1039250">
                  <a:extLst>
                    <a:ext uri="{9D8B030D-6E8A-4147-A177-3AD203B41FA5}">
                      <a16:colId xmlns:a16="http://schemas.microsoft.com/office/drawing/2014/main" val="4094364092"/>
                    </a:ext>
                  </a:extLst>
                </a:gridCol>
                <a:gridCol w="1039250">
                  <a:extLst>
                    <a:ext uri="{9D8B030D-6E8A-4147-A177-3AD203B41FA5}">
                      <a16:colId xmlns:a16="http://schemas.microsoft.com/office/drawing/2014/main" val="1927770647"/>
                    </a:ext>
                  </a:extLst>
                </a:gridCol>
              </a:tblGrid>
              <a:tr h="494414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header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171040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score=600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43751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score=650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236002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score=670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764901"/>
                  </a:ext>
                </a:extLst>
              </a:tr>
              <a:tr h="494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score=680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-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67707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9682A62-E68D-3D3C-7B3A-209B2CA06AEE}"/>
              </a:ext>
            </a:extLst>
          </p:cNvPr>
          <p:cNvSpPr txBox="1"/>
          <p:nvPr/>
        </p:nvSpPr>
        <p:spPr>
          <a:xfrm>
            <a:off x="1637413" y="520995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-</a:t>
            </a:r>
            <a:r>
              <a:rPr kumimoji="1" lang="zh-CN" altLang="en-US" dirty="0"/>
              <a:t> 代表</a:t>
            </a:r>
            <a:r>
              <a:rPr kumimoji="1" lang="en-US" altLang="zh-CN" dirty="0"/>
              <a:t>level</a:t>
            </a:r>
            <a:r>
              <a:rPr kumimoji="1" lang="zh-CN" altLang="en-US" dirty="0"/>
              <a:t>长度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653E0E-BA06-B437-87D6-9EC20C6AF4C0}"/>
              </a:ext>
            </a:extLst>
          </p:cNvPr>
          <p:cNvSpPr txBox="1"/>
          <p:nvPr/>
        </p:nvSpPr>
        <p:spPr>
          <a:xfrm>
            <a:off x="5526377" y="1708780"/>
            <a:ext cx="23842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rank[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</a:t>
            </a:r>
            <a:r>
              <a:rPr kumimoji="1" lang="zh-CN" altLang="en-US" sz="1100" dirty="0"/>
              <a:t>就是这个的“厚度”，也就是</a:t>
            </a:r>
            <a:r>
              <a:rPr kumimoji="1" lang="en-US" altLang="zh-CN" sz="1100" dirty="0"/>
              <a:t>3</a:t>
            </a:r>
          </a:p>
          <a:p>
            <a:r>
              <a:rPr kumimoji="1" lang="en-US" altLang="zh-CN" sz="1100" dirty="0"/>
              <a:t>rank[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]-rank[0]</a:t>
            </a:r>
            <a:r>
              <a:rPr kumimoji="1" lang="zh-CN" altLang="en-US" sz="1100" dirty="0"/>
              <a:t>就是绿框的“厚度”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F9343F65-5A9E-DFBB-D9E9-EA68EC4E846C}"/>
              </a:ext>
            </a:extLst>
          </p:cNvPr>
          <p:cNvCxnSpPr/>
          <p:nvPr/>
        </p:nvCxnSpPr>
        <p:spPr>
          <a:xfrm>
            <a:off x="5526377" y="1127051"/>
            <a:ext cx="2139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149A787D-0159-B95D-17E8-1AEB5C4251C3}"/>
              </a:ext>
            </a:extLst>
          </p:cNvPr>
          <p:cNvCxnSpPr/>
          <p:nvPr/>
        </p:nvCxnSpPr>
        <p:spPr>
          <a:xfrm flipV="1">
            <a:off x="6251943" y="1212112"/>
            <a:ext cx="0" cy="49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B4D7E6F-7B0D-6B01-0634-DC52981CBFD0}"/>
              </a:ext>
            </a:extLst>
          </p:cNvPr>
          <p:cNvCxnSpPr/>
          <p:nvPr/>
        </p:nvCxnSpPr>
        <p:spPr>
          <a:xfrm>
            <a:off x="6251943" y="2139667"/>
            <a:ext cx="0" cy="858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FC8D65A7-0753-A3EF-CED0-02149D35C0F0}"/>
              </a:ext>
            </a:extLst>
          </p:cNvPr>
          <p:cNvCxnSpPr/>
          <p:nvPr/>
        </p:nvCxnSpPr>
        <p:spPr>
          <a:xfrm>
            <a:off x="701748" y="3598538"/>
            <a:ext cx="9356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D95ED00-D8F6-0E6F-421E-8565200E3B82}"/>
              </a:ext>
            </a:extLst>
          </p:cNvPr>
          <p:cNvSpPr txBox="1"/>
          <p:nvPr/>
        </p:nvSpPr>
        <p:spPr>
          <a:xfrm>
            <a:off x="608621" y="3705040"/>
            <a:ext cx="10935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x</a:t>
            </a:r>
            <a:r>
              <a:rPr kumimoji="1" lang="zh-CN" altLang="en-US" sz="1100" dirty="0"/>
              <a:t>要插入的位置</a:t>
            </a:r>
          </a:p>
        </p:txBody>
      </p:sp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43D2DAA5-962E-DFF0-E9DB-EAB7E7125B6D}"/>
              </a:ext>
            </a:extLst>
          </p:cNvPr>
          <p:cNvCxnSpPr/>
          <p:nvPr/>
        </p:nvCxnSpPr>
        <p:spPr>
          <a:xfrm>
            <a:off x="5526377" y="3108251"/>
            <a:ext cx="2139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A1B80655-5054-2965-1D8A-D6278A0E7416}"/>
              </a:ext>
            </a:extLst>
          </p:cNvPr>
          <p:cNvSpPr/>
          <p:nvPr/>
        </p:nvSpPr>
        <p:spPr>
          <a:xfrm>
            <a:off x="4444419" y="3605415"/>
            <a:ext cx="1041968" cy="489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91623B20-736B-35F0-75FE-67C41D792D01}"/>
              </a:ext>
            </a:extLst>
          </p:cNvPr>
          <p:cNvCxnSpPr/>
          <p:nvPr/>
        </p:nvCxnSpPr>
        <p:spPr>
          <a:xfrm>
            <a:off x="5526377" y="4094512"/>
            <a:ext cx="2139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14B79D7-D23F-044D-6769-97BD3644B14C}"/>
              </a:ext>
            </a:extLst>
          </p:cNvPr>
          <p:cNvSpPr txBox="1"/>
          <p:nvPr/>
        </p:nvSpPr>
        <p:spPr>
          <a:xfrm>
            <a:off x="5526377" y="3131243"/>
            <a:ext cx="238424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/>
              <a:t>由于</a:t>
            </a:r>
            <a:r>
              <a:rPr kumimoji="1" lang="en-US" altLang="zh-CN" sz="1100" dirty="0"/>
              <a:t>x</a:t>
            </a:r>
            <a:r>
              <a:rPr kumimoji="1" lang="zh-CN" altLang="en-US" sz="1100" dirty="0"/>
              <a:t>要插入这里，</a:t>
            </a:r>
            <a:r>
              <a:rPr kumimoji="1" lang="en-US" altLang="zh-CN" sz="1100" dirty="0"/>
              <a:t>update[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].level[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].forward</a:t>
            </a:r>
            <a:r>
              <a:rPr kumimoji="1" lang="zh-CN" altLang="en-US" sz="1100" dirty="0"/>
              <a:t>指向了</a:t>
            </a:r>
            <a:r>
              <a:rPr kumimoji="1" lang="en-US" altLang="zh-CN" sz="1100" dirty="0"/>
              <a:t>x</a:t>
            </a:r>
            <a:r>
              <a:rPr kumimoji="1" lang="zh-CN" altLang="en-US" sz="1100" dirty="0"/>
              <a:t>，所以</a:t>
            </a:r>
            <a:r>
              <a:rPr kumimoji="1" lang="en-US" altLang="zh-CN" sz="1100" dirty="0"/>
              <a:t>update[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].level[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].span</a:t>
            </a:r>
            <a:r>
              <a:rPr kumimoji="1" lang="zh-CN" altLang="en-US" sz="1100" dirty="0"/>
              <a:t>也要更新，这个</a:t>
            </a:r>
            <a:r>
              <a:rPr kumimoji="1" lang="en-US" altLang="zh-CN" sz="1100" dirty="0"/>
              <a:t>span</a:t>
            </a:r>
            <a:r>
              <a:rPr kumimoji="1" lang="zh-CN" altLang="en-US" sz="1100" dirty="0"/>
              <a:t>的大小就是这个厚度，这个厚度就是</a:t>
            </a:r>
            <a:r>
              <a:rPr kumimoji="1" lang="en-US" altLang="zh-CN" sz="1100" dirty="0"/>
              <a:t>rank[0]-rank[</a:t>
            </a:r>
            <a:r>
              <a:rPr kumimoji="1" lang="en-US" altLang="zh-CN" sz="1100" dirty="0" err="1"/>
              <a:t>i</a:t>
            </a:r>
            <a:r>
              <a:rPr kumimoji="1" lang="en-US" altLang="zh-CN" sz="1100" dirty="0"/>
              <a:t>]+1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26313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253</Words>
  <Application>Microsoft Macintosh PowerPoint</Application>
  <PresentationFormat>宽屏</PresentationFormat>
  <Paragraphs>40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KaiTi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T161445</dc:creator>
  <cp:lastModifiedBy>T161445</cp:lastModifiedBy>
  <cp:revision>2</cp:revision>
  <dcterms:created xsi:type="dcterms:W3CDTF">2026-01-19T12:51:13Z</dcterms:created>
  <dcterms:modified xsi:type="dcterms:W3CDTF">2026-01-19T13:48:47Z</dcterms:modified>
</cp:coreProperties>
</file>